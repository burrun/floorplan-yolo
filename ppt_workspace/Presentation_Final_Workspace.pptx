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2D 아파트 도면 객체 검출 프로젝트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2D 아파트 도면 객체 검출 및 3D 모델링 파이프라인 구축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기반 가구/구조물 탐지 및 도메인 최적화 연구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1. 최적의 데이터 개수 탐색 (Data Scaling)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</a:rPr>
              <a:t>점진적 확장 실험 (300장 ~ 1,500장)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1,200장(0.536) -&gt; 1,500장(0.598)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지속적인 우상향(Saturation 미발생)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증강(Augmentation) 효과 검증을 위해 베이스라인을 1,200장으로 통제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1188720"/>
            <a:ext cx="5943600" cy="3200400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[이미지 없음: ../data_scaling.png]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2. 모델의 한계점 및 아쉬움 (Legacy Data)</a:t>
            </a:r>
            <a:endParaRPr lang="en-US" sz="3200" dirty="0"/>
          </a:p>
        </p:txBody>
      </p:sp>
      <p:pic>
        <p:nvPicPr>
          <p:cNvPr id="3" name="Image 0" descr="C:\Users\jack3\Desktop\pj\floorplan-yolo\runs\inference\legacy_test_04_ensem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</a:rPr>
              <a:t>낡고 훼손된 레거시 도면에서의 오탐지 발생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943600" y="21031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10도 회전, 타일 무늬, 스캐너 곰팡이 노이즈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누운 텍스트(세로 텍스트) 인식 불가 현상</a:t>
            </a:r>
            <a:endParaRPr lang="en-US" sz="16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</a:rPr>
              <a:t>• 입력 데이터와 훈련 데이터 간의 Domain Gap 확인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3. 해결책 제안 (Future Work)</a:t>
            </a:r>
            <a:endParaRPr lang="en-US" sz="3200" dirty="0"/>
          </a:p>
        </p:txBody>
      </p:sp>
      <p:pic>
        <p:nvPicPr>
          <p:cNvPr id="3" name="Image 0" descr="C:\Users\jack3\Desktop\pj\floorplan-yolo\preprocessed_legacy\compare_legacy_test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4712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1. Pre-processing Pipeline 구축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Hough Lines 자동 수평/수직 회전(Deskew)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Adaptive Binarization (색상 통일)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Median Blur 필터 (검은 점/노이즈 제거)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2. Discrete Rotation Augmentation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90도, 180도, 270도 오프라인 직각 회전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Bounding Box 팽창(Inflation) 부작용 원천 차단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• 세로 방향(누운 텍스트) 탐지 능력 확보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Vision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Floorplan Object Detection</dc:title>
  <dc:subject>PptxGenJS Presentation</dc:subject>
  <dc:creator>Floorplan YOLO Team</dc:creator>
  <cp:lastModifiedBy>Floorplan YOLO Team</cp:lastModifiedBy>
  <cp:revision>1</cp:revision>
  <dcterms:created xsi:type="dcterms:W3CDTF">2026-06-06T12:15:03Z</dcterms:created>
  <dcterms:modified xsi:type="dcterms:W3CDTF">2026-06-06T12:15:03Z</dcterms:modified>
</cp:coreProperties>
</file>